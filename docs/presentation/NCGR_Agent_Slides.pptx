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gslide_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gslide_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gslide_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NCGR Agent Slides — Investigation · Procurement · Global Intelligence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